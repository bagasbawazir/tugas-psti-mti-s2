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56" y="7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0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8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56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8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33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57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1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75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6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297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539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24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429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36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459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2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5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2813991"/>
          </a:xfrm>
        </p:spPr>
        <p:txBody>
          <a:bodyPr>
            <a:noAutofit/>
          </a:bodyPr>
          <a:lstStyle/>
          <a:p>
            <a:r>
              <a:rPr sz="3300" dirty="0" err="1"/>
              <a:t>Perancangan</a:t>
            </a:r>
            <a:r>
              <a:rPr sz="3300" dirty="0"/>
              <a:t> Strategi Tata Kelola </a:t>
            </a:r>
            <a:r>
              <a:rPr sz="3300" dirty="0" err="1"/>
              <a:t>Teknologi</a:t>
            </a:r>
            <a:r>
              <a:rPr sz="3300" dirty="0"/>
              <a:t> </a:t>
            </a:r>
            <a:r>
              <a:rPr sz="3300" dirty="0" err="1"/>
              <a:t>Informasi</a:t>
            </a:r>
            <a:endParaRPr sz="3300" dirty="0"/>
          </a:p>
          <a:p>
            <a:r>
              <a:rPr sz="3300" dirty="0" err="1"/>
              <a:t>Berbasis</a:t>
            </a:r>
            <a:r>
              <a:rPr sz="3300" dirty="0"/>
              <a:t> COBIT 2019 </a:t>
            </a:r>
            <a:r>
              <a:rPr sz="3300" dirty="0" err="1"/>
              <a:t>untuk</a:t>
            </a:r>
            <a:r>
              <a:rPr sz="3300" dirty="0"/>
              <a:t> </a:t>
            </a:r>
            <a:r>
              <a:rPr sz="3300" dirty="0" err="1"/>
              <a:t>Mendukung</a:t>
            </a:r>
            <a:endParaRPr sz="3300" dirty="0"/>
          </a:p>
          <a:p>
            <a:r>
              <a:rPr sz="3300" dirty="0" err="1"/>
              <a:t>Transformasi</a:t>
            </a:r>
            <a:r>
              <a:rPr sz="3300" dirty="0"/>
              <a:t> Digital PT </a:t>
            </a:r>
            <a:r>
              <a:rPr sz="3300" dirty="0" err="1"/>
              <a:t>Petrokimia</a:t>
            </a:r>
            <a:r>
              <a:rPr sz="3300" dirty="0"/>
              <a:t> Gresik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4805483"/>
            <a:ext cx="6815669" cy="735294"/>
          </a:xfrm>
        </p:spPr>
        <p:txBody>
          <a:bodyPr/>
          <a:lstStyle/>
          <a:p>
            <a:r>
              <a:rPr dirty="0"/>
              <a:t>Final Project – Strategi TI </a:t>
            </a:r>
            <a:r>
              <a:rPr dirty="0" err="1"/>
              <a:t>Berbasis</a:t>
            </a:r>
            <a:r>
              <a:rPr dirty="0"/>
              <a:t> COBIT 2019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A81D4D-74E6-44A6-BCDF-1AED24208D21}"/>
              </a:ext>
            </a:extLst>
          </p:cNvPr>
          <p:cNvSpPr txBox="1">
            <a:spLocks/>
          </p:cNvSpPr>
          <p:nvPr/>
        </p:nvSpPr>
        <p:spPr>
          <a:xfrm>
            <a:off x="2692398" y="6140944"/>
            <a:ext cx="6815669" cy="73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Bawazir Fadhil Mohammad / 24066020010</a:t>
            </a:r>
          </a:p>
        </p:txBody>
      </p:sp>
      <p:pic>
        <p:nvPicPr>
          <p:cNvPr id="1026" name="Picture 2" descr="Home | PT. Petrokimia Gresik">
            <a:extLst>
              <a:ext uri="{FF2B5EF4-FFF2-40B4-BE49-F238E27FC236}">
                <a16:creationId xmlns:a16="http://schemas.microsoft.com/office/drawing/2014/main" id="{63FDAEE7-6653-4A47-9471-08F61AA37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304" y="5994758"/>
            <a:ext cx="2378696" cy="88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page - UPN &quot;Veteran&quot; Jawa Timur">
            <a:extLst>
              <a:ext uri="{FF2B5EF4-FFF2-40B4-BE49-F238E27FC236}">
                <a16:creationId xmlns:a16="http://schemas.microsoft.com/office/drawing/2014/main" id="{29715150-E838-4417-9ED0-731598B8B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72" y="122548"/>
            <a:ext cx="1871131" cy="187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Ringkasan Eksekutif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Strategi TI dirancang menggunakan COBIT 2019.</a:t>
            </a:r>
          </a:p>
          <a:p>
            <a:r>
              <a:t>Fokus pada integrasi data, keamanan, modernisasi aplikasi.</a:t>
            </a:r>
          </a:p>
          <a:p>
            <a:r>
              <a:t>Mendukung transformasi digital PT Petrokimia Gresik.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Industri pupuk membutuhkan TI yang andal &amp; terkelola.</a:t>
            </a:r>
          </a:p>
          <a:p>
            <a:r>
              <a:t>COBIT 2019 dipilih sebagai kerangka tata kelola.</a:t>
            </a:r>
          </a:p>
          <a:p>
            <a:r>
              <a:t>Tujuan: penyelarasan TI-bisnis dan peningkatan kapabilitas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 Organisasi &amp; Strategi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PG: produsen pupuk terbesar di Indonesia.</a:t>
            </a:r>
          </a:p>
          <a:p>
            <a:r>
              <a:t>Strategi bisnis: efisiensi, digitalisasi, integrasi supply chain.</a:t>
            </a:r>
          </a:p>
          <a:p>
            <a:r>
              <a:t>TI sebagai enabler utama operasional pabrik.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Kondisi As-Is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SAP, SCADA/DCS, aplikasi pabrik masih terfragmentasi.</a:t>
            </a:r>
          </a:p>
          <a:p>
            <a:r>
              <a:t>Infrastruktur hybrid, keamanan perlu penguatan.</a:t>
            </a:r>
          </a:p>
          <a:p>
            <a:r>
              <a:t>SDM TI kuat di SAP, kurang di cloud &amp; cybersecurity.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Masalah, Kebutuhan &amp; Peluang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Integrasi data terbatas, aplikasi legacy.</a:t>
            </a:r>
          </a:p>
          <a:p>
            <a:r>
              <a:t>Kebutuhan: BI dashboard, data lake, SOC.</a:t>
            </a:r>
          </a:p>
          <a:p>
            <a:r>
              <a:t>Peluang: IoT, Digital Twin, automasi pabrik.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Prinsip &amp; Arah Strategis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Security-by-Design, Data-Driven Operation.</a:t>
            </a:r>
          </a:p>
          <a:p>
            <a:r>
              <a:t>Cloud &amp; Integration First.</a:t>
            </a:r>
          </a:p>
          <a:p>
            <a:r>
              <a:t>Modernisasi aplikasi inti dan OT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Target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Arsitektur mencakup domain bisnis, data, aplikasi, teknologi.</a:t>
            </a:r>
          </a:p>
          <a:p>
            <a:r>
              <a:t>Integrasi API/ESB, data lake, zero-trust security.</a:t>
            </a:r>
          </a:p>
          <a:p>
            <a:r>
              <a:t>Mendukung keputusan real-time &amp; automasi.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Portofolio Inisiatif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Kebijakan COBIT 2019.</a:t>
            </a:r>
          </a:p>
          <a:p>
            <a:r>
              <a:t>Integrasi SAP–pabrik via API/ESB.</a:t>
            </a:r>
          </a:p>
          <a:p>
            <a:r>
              <a:t>SOC &amp; OT Security, Data Lake, CMDB, Cloud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Prioritas &amp;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Quick wins: CMDB, BI Dashboard, Governance.</a:t>
            </a:r>
          </a:p>
          <a:p>
            <a:r>
              <a:t>Strategic bets: SOC, Data Lake, integrasi SAP.</a:t>
            </a:r>
          </a:p>
          <a:p>
            <a:r>
              <a:t>Modernisasi ERP = high-value/high-cost.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2025–2028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Fase 1: foundational – governance, data, API gateway.</a:t>
            </a:r>
          </a:p>
          <a:p>
            <a:r>
              <a:t>Fase 2: transformasi – modernisasi aplikasi, SOC.</a:t>
            </a:r>
          </a:p>
          <a:p>
            <a:r>
              <a:t>Fase 3: optimasi – IoT, Digital Twin, cloud migration.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Tata Kelola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Steering Committee, Architecture Board, Data Gov Council.</a:t>
            </a:r>
          </a:p>
          <a:p>
            <a:r>
              <a:t>Domain COBIT: EDM, APO, BAI, DSS, MEA.</a:t>
            </a:r>
          </a:p>
          <a:p>
            <a:r>
              <a:t>Manajemen portofolio &amp; SLA.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Kebijakan &amp; Keamanan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IAM, data classification, backup &amp; DR.</a:t>
            </a:r>
          </a:p>
          <a:p>
            <a:r>
              <a:t>SIEM, SOC, patching, network segmentation.</a:t>
            </a:r>
          </a:p>
          <a:p>
            <a:r>
              <a:t>OT Security (ISA/IEC 62443).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Manajemen Perubahan (OCM)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Training &amp; awareness.</a:t>
            </a:r>
          </a:p>
          <a:p>
            <a:r>
              <a:t>Champion user setiap unit.</a:t>
            </a:r>
          </a:p>
          <a:p>
            <a:r>
              <a:t>Monitoring adopsi &amp; resistensi.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&amp; Benefit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Maturitas COBIT → 4.5.</a:t>
            </a:r>
          </a:p>
          <a:p>
            <a:r>
              <a:t>Insiden keamanan turun 40%.</a:t>
            </a:r>
          </a:p>
          <a:p>
            <a:r>
              <a:t>Integrasi data 80% aplikasi.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Anggaran &amp; 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Total 3 tahun: 70–90 M.</a:t>
            </a:r>
          </a:p>
          <a:p>
            <a:r>
              <a:t>Vendor hybrid + internal team.</a:t>
            </a:r>
          </a:p>
          <a:p>
            <a:r>
              <a:t>SLAs dan kontrak berbasis kinerja.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Risiko &amp; Kontinjensi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Cyberattack ICS, integrasi gagal, resistensi pengguna.</a:t>
            </a:r>
          </a:p>
          <a:p>
            <a:r>
              <a:t>Mitigasi: PoC, pelatihan, SLA ketat, rencana DR.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Strategi TI mendukung transformasi digital PG.</a:t>
            </a:r>
          </a:p>
          <a:p>
            <a:r>
              <a:t>COBIT 2019 memastikan tata kelola yang terukur.</a:t>
            </a:r>
          </a:p>
          <a:p>
            <a:r>
              <a:t>Roadmap memandu implementasi 3 tahun ke depan.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504</Words>
  <Application>Microsoft Office PowerPoint</Application>
  <PresentationFormat>Widescreen</PresentationFormat>
  <Paragraphs>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Perancangan Strategi Tata Kelola Teknologi Informasi Berbasis COBIT 2019 untuk Mendukung Transformasi Digital PT Petrokimia Gresik</vt:lpstr>
      <vt:lpstr>Ringkasan Eksekutif</vt:lpstr>
      <vt:lpstr>Latar Belakang &amp; Tujuan</vt:lpstr>
      <vt:lpstr>Profil Organisasi &amp; Strategi Bisnis</vt:lpstr>
      <vt:lpstr>Kondisi As-Is TI</vt:lpstr>
      <vt:lpstr>Masalah, Kebutuhan &amp; Peluang</vt:lpstr>
      <vt:lpstr>Prinsip &amp; Arah Strategis TI</vt:lpstr>
      <vt:lpstr>Arsitektur Target (High Level)</vt:lpstr>
      <vt:lpstr>Portofolio Inisiatif TI</vt:lpstr>
      <vt:lpstr>Prioritas &amp; Business Case</vt:lpstr>
      <vt:lpstr>Roadmap 2025–2028</vt:lpstr>
      <vt:lpstr>Tata Kelola TI</vt:lpstr>
      <vt:lpstr>Kebijakan &amp; Keamanan</vt:lpstr>
      <vt:lpstr>Manajemen Perubahan (OCM)</vt:lpstr>
      <vt:lpstr>KPI &amp; Benefit Realization</vt:lpstr>
      <vt:lpstr>Anggaran &amp; Sourcing</vt:lpstr>
      <vt:lpstr>Risiko &amp; Kontinjensi</vt:lpstr>
      <vt:lpstr>Penutup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Perancangan Strategi Tata Kelola Teknologi Informasi Berbasis COBIT 2019 untuk Mendukung Transformasi Digital PT Petrokimia Gresik</dc:title>
  <dc:subject/>
  <dc:creator/>
  <cp:keywords/>
  <dc:description>generated using python-pptx</dc:description>
  <cp:lastModifiedBy>Bagas Bawazir</cp:lastModifiedBy>
  <cp:revision>3</cp:revision>
  <dcterms:created xsi:type="dcterms:W3CDTF">2013-01-27T09:14:16Z</dcterms:created>
  <dcterms:modified xsi:type="dcterms:W3CDTF">2025-12-08T08:24:57Z</dcterms:modified>
  <cp:category/>
</cp:coreProperties>
</file>